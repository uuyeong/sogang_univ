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43" autoAdjust="0"/>
  </p:normalViewPr>
  <p:slideViewPr>
    <p:cSldViewPr>
      <p:cViewPr varScale="1">
        <p:scale>
          <a:sx n="60" d="100"/>
          <a:sy n="60" d="100"/>
        </p:scale>
        <p:origin x="200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26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6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0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0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5448300"/>
            <a:ext cx="5105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1900" y="6972300"/>
            <a:ext cx="7734300" cy="1752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300" y="2298700"/>
            <a:ext cx="8534400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00" y="7315200"/>
            <a:ext cx="513080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7480300"/>
            <a:ext cx="4673600" cy="128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2463800"/>
            <a:ext cx="15265400" cy="4508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35000"/>
            <a:ext cx="6299200" cy="1892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0" y="7315200"/>
            <a:ext cx="5130800" cy="137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4400" y="7404100"/>
            <a:ext cx="5664200" cy="137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1700" y="6350000"/>
            <a:ext cx="4076700" cy="119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8300" y="6388100"/>
            <a:ext cx="44831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013200"/>
            <a:ext cx="6172200" cy="48895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500" y="4013200"/>
            <a:ext cx="6172200" cy="4889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100" y="5168900"/>
            <a:ext cx="1701800" cy="257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2628900"/>
            <a:ext cx="38862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35000"/>
            <a:ext cx="62992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3771900"/>
            <a:ext cx="7150100" cy="5664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2628900"/>
            <a:ext cx="4749800" cy="133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35000"/>
            <a:ext cx="62992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025900"/>
            <a:ext cx="4660900" cy="3632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4025900"/>
            <a:ext cx="4660900" cy="36195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6300" y="4025900"/>
            <a:ext cx="4660900" cy="3632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" y="2628900"/>
            <a:ext cx="2463800" cy="133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35000"/>
            <a:ext cx="62992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00" y="800100"/>
            <a:ext cx="4584700" cy="445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200" y="5257800"/>
            <a:ext cx="4470400" cy="419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635000"/>
            <a:ext cx="6654800" cy="1892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1727200"/>
            <a:ext cx="3124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200" y="4241800"/>
            <a:ext cx="5930900" cy="2794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810000"/>
            <a:ext cx="8153400" cy="374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635000"/>
            <a:ext cx="66548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35000"/>
            <a:ext cx="6654800" cy="189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2781300"/>
            <a:ext cx="2209800" cy="1536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368800"/>
            <a:ext cx="58928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35000"/>
            <a:ext cx="6654800" cy="189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0" y="1816100"/>
            <a:ext cx="2578100" cy="1536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800" y="3657600"/>
            <a:ext cx="45339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2500" y="3797300"/>
            <a:ext cx="4965700" cy="1117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6300" y="3657600"/>
            <a:ext cx="4533900" cy="1206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5900" y="3797300"/>
            <a:ext cx="5143500" cy="11176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800" y="6146800"/>
            <a:ext cx="4533900" cy="1206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6900" y="6286500"/>
            <a:ext cx="5334000" cy="11176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6300" y="6146800"/>
            <a:ext cx="4533900" cy="1206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3200" y="6286500"/>
            <a:ext cx="50927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35000"/>
            <a:ext cx="6654800" cy="189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0" y="1816100"/>
            <a:ext cx="2578100" cy="1536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800" y="3479800"/>
            <a:ext cx="13030200" cy="669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0200" y="1955800"/>
            <a:ext cx="4533900" cy="1206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7100" y="2095500"/>
            <a:ext cx="50927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35000"/>
            <a:ext cx="6654800" cy="189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0" y="1816100"/>
            <a:ext cx="2578100" cy="1536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0200" y="1955800"/>
            <a:ext cx="4533900" cy="1206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100" y="2095500"/>
            <a:ext cx="5092700" cy="1117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3352800"/>
            <a:ext cx="15100300" cy="805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35000"/>
            <a:ext cx="6083300" cy="189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1803400"/>
            <a:ext cx="3048000" cy="1473200"/>
          </a:xfrm>
          <a:prstGeom prst="rect">
            <a:avLst/>
          </a:prstGeom>
        </p:spPr>
      </p:pic>
      <p:pic>
        <p:nvPicPr>
          <p:cNvPr id="6" name="1">
            <a:hlinkClick r:id="" action="ppaction://media"/>
            <a:extLst>
              <a:ext uri="{FF2B5EF4-FFF2-40B4-BE49-F238E27FC236}">
                <a16:creationId xmlns:a16="http://schemas.microsoft.com/office/drawing/2014/main" id="{A9F14865-6A9A-8CBC-507F-AF4629A078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06950" y="2857500"/>
            <a:ext cx="8661400" cy="662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35000"/>
            <a:ext cx="6083300" cy="189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1816100"/>
            <a:ext cx="4559300" cy="1549400"/>
          </a:xfrm>
          <a:prstGeom prst="rect">
            <a:avLst/>
          </a:prstGeom>
        </p:spPr>
      </p:pic>
      <p:pic>
        <p:nvPicPr>
          <p:cNvPr id="6" name="2">
            <a:hlinkClick r:id="" action="ppaction://media"/>
            <a:extLst>
              <a:ext uri="{FF2B5EF4-FFF2-40B4-BE49-F238E27FC236}">
                <a16:creationId xmlns:a16="http://schemas.microsoft.com/office/drawing/2014/main" id="{353E6BA4-35EF-8CD5-9630-C18C1F8022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26000" y="2857500"/>
            <a:ext cx="8636000" cy="665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47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635000"/>
            <a:ext cx="5448300" cy="189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2514600"/>
            <a:ext cx="15176500" cy="688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5143500"/>
            <a:ext cx="18300700" cy="5168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17043400" cy="915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400" y="4000500"/>
            <a:ext cx="10414000" cy="2019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사용자 지정</PresentationFormat>
  <Paragraphs>0</Paragraphs>
  <Slides>15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강유영</cp:lastModifiedBy>
  <cp:revision>2</cp:revision>
  <dcterms:created xsi:type="dcterms:W3CDTF">2006-08-16T00:00:00Z</dcterms:created>
  <dcterms:modified xsi:type="dcterms:W3CDTF">2024-06-26T04:07:32Z</dcterms:modified>
</cp:coreProperties>
</file>